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QA 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D4860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ผ่าน — 112 Cases</c:v>
                </c:pt>
                <c:pt idx="1">
                  <c:v>ไม่ผ่าน — 8 Cases</c:v>
                </c:pt>
                <c:pt idx="2">
                  <c:v>Blocked — 4 Cases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112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79CC"/>
          </a:solidFill>
          <a:ln w="12700">
            <a:solidFill>
              <a:srgbClr val="2979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PaySmart  ·  ข้อมูล ณ 9 มิถุนายน 2569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สรุปผล QA — ฟีเจอร์ Split Bill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1737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รอบ Regression ก่อน Go-live  |  เตรียมสำหรับ Stakeholder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212848"/>
            <a:ext cx="8412480" cy="0"/>
          </a:xfrm>
          <a:prstGeom prst="line">
            <a:avLst/>
          </a:prstGeom>
          <a:noFill/>
          <a:ln w="12700">
            <a:solidFill>
              <a:srgbClr val="2979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468880"/>
            <a:ext cx="2651760" cy="1417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542032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3290926"/>
            <a:ext cx="26517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D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ผ่าน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65176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542032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0" y="3290926"/>
            <a:ext cx="26517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ไม่ผ่าน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468880"/>
            <a:ext cx="2651760" cy="1417320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2542032"/>
            <a:ext cx="26517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080760" y="3290926"/>
            <a:ext cx="26517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ถูกบล็อก (รอ Legal)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133088"/>
            <a:ext cx="8412480" cy="713232"/>
          </a:xfrm>
          <a:prstGeom prst="rect">
            <a:avLst/>
          </a:prstGeom>
          <a:solidFill>
            <a:srgbClr val="1A4D8F"/>
          </a:solidFill>
          <a:ln w="12700">
            <a:solidFill>
              <a:srgbClr val="1A4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13308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มี 4 ประเด็นที่ต้องการการตัดสินใจจาก Stakeholder  →  ดูสไลด์ 4 และ 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ภาพรวมผลการทดสอบ  —  124 Test Cases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Regression Round  ·  ข้อมูล 9 มิ.ย. 2569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3840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434840" y="822960"/>
            <a:ext cx="4389120" cy="1234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434840" y="896112"/>
            <a:ext cx="43891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434840" y="1538935"/>
            <a:ext cx="43891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D7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212848"/>
            <a:ext cx="43891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34840" y="2286000"/>
            <a:ext cx="43891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434840" y="2928823"/>
            <a:ext cx="43891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Bugs (4 Critical/High)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34840" y="3602736"/>
            <a:ext cx="4389120" cy="1234440"/>
          </a:xfrm>
          <a:prstGeom prst="rect">
            <a:avLst/>
          </a:prstGeom>
          <a:solidFill>
            <a:srgbClr val="1A4D8F"/>
          </a:solidFill>
          <a:ln w="12700">
            <a:solidFill>
              <a:srgbClr val="1A4D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34840" y="3675888"/>
            <a:ext cx="43891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434840" y="4318711"/>
            <a:ext cx="43891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Success Rate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บั๊กคงค้าง — ต้องแก้ก่อน / ระหว่าง Go-live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4008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86968"/>
            <a:ext cx="109728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795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BUG-118  —  Custom Split ปัดเศษสตางค์ผิด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ยอดรวมหลังหารไม่ตรงกับบิลในเคสที่มีเศษสตางค์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ผู้รับผิดชอบ: ธีรพงษ์  |  กำหนด: 25 มิ.ย. 2569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ทีมเสนอ: เลื่อนฟีเจอร์นี้เป็น fast-follow ไม่รวมใน launch แรก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8346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834640"/>
            <a:ext cx="64008" cy="1874520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44368"/>
            <a:ext cx="822960" cy="237744"/>
          </a:xfrm>
          <a:prstGeom prst="rect">
            <a:avLst/>
          </a:prstGeom>
          <a:solidFill>
            <a:srgbClr val="B84A1A"/>
          </a:solidFill>
          <a:ln w="12700">
            <a:solidFill>
              <a:srgbClr val="B84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443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369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BUG-121  —  สถานะบิลไม่อัปเดตหลัง Refund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529584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หลังชำระและขอ refund สำเร็จ สถานะบิลค้างแสดงผิด — ผู้ใช้สับสน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ผู้รับผิดชอบ: มินตรา  |  กำหนด: 27 มิ.ย. 2569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ต้องปิดก่อน Go-live เต็มรูปแบบ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7772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777240"/>
            <a:ext cx="64008" cy="1874520"/>
          </a:xfrm>
          <a:prstGeom prst="rect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886968"/>
            <a:ext cx="1371600" cy="237744"/>
          </a:xfrm>
          <a:prstGeom prst="rect">
            <a:avLst/>
          </a:prstGeom>
          <a:solidFill>
            <a:srgbClr val="7B5200"/>
          </a:solidFill>
          <a:ln w="12700">
            <a:solidFill>
              <a:srgbClr val="7B5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86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BLOCKED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1795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TC-062  —  ยังไม่ผ่านการตรวจ KYC / AML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472184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ตรวจสอบ KYC ก่อนโอน ถูก Blocked รอทีม Legal ยืนยันเกณฑ์ ธปท.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หากไม่ได้ข้อสรุปก่อน 1 ก.ค. อาจต้องล็อคฟีเจอร์โอนบางส่วนในวัน launch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297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34640"/>
            <a:ext cx="64008" cy="1874520"/>
          </a:xfrm>
          <a:prstGeom prst="rect">
            <a:avLst/>
          </a:prstGeom>
          <a:solidFill>
            <a:srgbClr val="5B6C00"/>
          </a:solidFill>
          <a:ln w="12700">
            <a:solidFill>
              <a:srgbClr val="5B6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944368"/>
            <a:ext cx="914400" cy="237744"/>
          </a:xfrm>
          <a:prstGeom prst="rect">
            <a:avLst/>
          </a:prstGeom>
          <a:solidFill>
            <a:srgbClr val="5B6C00"/>
          </a:solidFill>
          <a:ln w="12700">
            <a:solidFill>
              <a:srgbClr val="5B6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44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2369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BUG-109  —  ข้อความ Error ภาษาไทยตัดคำผิด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529584"/>
            <a:ext cx="4069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ผู้รับผิดชอบ: อรุณี  |  กำหนด: 30 มิ.ย. 2569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กระทบ UX แต่ไม่กระทบ transaction — แก้ได้ก่อน launch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BUG-095 (ไอคอนสีกลมกลืน) กำหนดแก้หลัง launch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79CC"/>
          </a:solidFill>
          <a:ln w="12700">
            <a:solidFill>
              <a:srgbClr val="2979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ตัวชี้วัดประสิทธิภาพ — ผ่านเกือบทุกตัว มีข้อยกเว้น 1 รายการ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2004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ตัวชี้วัด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777240"/>
            <a:ext cx="14630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777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ผลที่วัดได้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777240"/>
            <a:ext cx="16459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777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777240"/>
            <a:ext cx="1554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777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161288"/>
            <a:ext cx="320040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61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 (เฉลี่ย)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1161288"/>
            <a:ext cx="14630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161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วินาที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161288"/>
            <a:ext cx="164592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1612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2.0 วินาที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1161288"/>
            <a:ext cx="15544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161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1545336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5453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 (p95)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545336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1545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วินาที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54533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5453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3.0 วินาที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1545336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1545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1929384"/>
            <a:ext cx="320040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929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Success Rate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1929384"/>
            <a:ext cx="14630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1929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1929384"/>
            <a:ext cx="164592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99.0%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1929384"/>
            <a:ext cx="15544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929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2313432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3134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Crash-free Sessions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74720" y="2313432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313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37760" y="231343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3134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99.5%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83680" y="2313432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2697480"/>
            <a:ext cx="320040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697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5,000 บิลพร้อมกัน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474720" y="2697480"/>
            <a:ext cx="146304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2697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937760" y="2697480"/>
            <a:ext cx="164592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บิล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0" y="2697480"/>
            <a:ext cx="15544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2697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ผ่าน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3081528"/>
            <a:ext cx="320040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081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10,000 บิลพร้อมกัน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474720" y="3081528"/>
            <a:ext cx="146304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0" y="3081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เกินเป้า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937760" y="3081528"/>
            <a:ext cx="164592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3081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บิล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583680" y="3081528"/>
            <a:ext cx="1554480" cy="384048"/>
          </a:xfrm>
          <a:prstGeom prst="rect">
            <a:avLst/>
          </a:prstGeom>
          <a:solidFill>
            <a:srgbClr val="FDEC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3081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ยังไม่ผ่าน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74320" y="3566160"/>
            <a:ext cx="8503920" cy="749808"/>
          </a:xfrm>
          <a:prstGeom prst="rect">
            <a:avLst/>
          </a:prstGeom>
          <a:solidFill>
            <a:srgbClr val="FFF3CD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56616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1778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ความเสี่ยง: </a:t>
            </a:r>
            <a:pPr algn="l" indent="0" marL="0">
              <a:buNone/>
            </a:pPr>
            <a:r>
              <a:rPr lang="en-US" sz="12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ช่วงสิ้นเดือน transaction อาจพุ่งถึง 10,000+ บิลพร้อมกัน — ต้องทดสอบ Load เพิ่มก่อน Go-live เต็ม 100%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แนะนำให้ขยาย rollout เป็น 100% หลังผ่าน load test เท่านั้น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79CC"/>
          </a:solidFill>
          <a:ln w="12700">
            <a:solidFill>
              <a:srgbClr val="2979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ประเด็นที่ต้องการอนุมัติ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กรุณาตัดสินใจในที่ประชุมวันนี้เพื่อให้ทีมดำเนินการต่อได้ทันกำหนด Go-live 1 กรกฎาคม 2569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9903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1353312"/>
            <a:ext cx="790956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253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39903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อนุมัติลด Scope — ตัด Custom Split ออกจาก Launch แรก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BUG-118 ยังเปิดอยู่ ทีมจะปิดให้ภายใน 25 มิ.ย. และปล่อยเป็น fast-follow ภายใน 3 สัปดาห์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457200" cy="457200"/>
          </a:xfrm>
          <a:prstGeom prst="ellipse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" y="2286000"/>
            <a:ext cx="790956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253D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86000"/>
            <a:ext cx="54864" cy="80467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331720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Deadline ให้ Legal ยืนยัน KYC/AML ก่อน 25 มิ.ย.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67004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TC-062 ถูก Blocked รอ Legal — หากไม่ได้ข้อสรุปต้องจำกัดฟีเจอร์โอนเงินในวัน launch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264408"/>
            <a:ext cx="457200" cy="457200"/>
          </a:xfrm>
          <a:prstGeom prst="ellipse">
            <a:avLst/>
          </a:prstGeom>
          <a:solidFill>
            <a:srgbClr val="2979CC"/>
          </a:solidFill>
          <a:ln w="12700">
            <a:solidFill>
              <a:srgbClr val="2979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" y="3218688"/>
            <a:ext cx="790956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253D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218688"/>
            <a:ext cx="54864" cy="804672"/>
          </a:xfrm>
          <a:prstGeom prst="rect">
            <a:avLst/>
          </a:prstGeom>
          <a:solidFill>
            <a:srgbClr val="2979CC"/>
          </a:solidFill>
          <a:ln w="12700">
            <a:solidFill>
              <a:srgbClr val="297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26440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ยืนยันว่ายอมรับความเสี่ยง Load ที่ Peak 10,000 บิล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60273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10% ปลอดภัย แต่การขยายเป็น 100% ควรรอผล load test เพิ่มเติม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197096"/>
            <a:ext cx="457200" cy="457200"/>
          </a:xfrm>
          <a:prstGeom prst="ellipse">
            <a:avLst/>
          </a:prstGeom>
          <a:solidFill>
            <a:srgbClr val="2D9370"/>
          </a:solidFill>
          <a:ln w="12700">
            <a:solidFill>
              <a:srgbClr val="2D93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6112" y="4151376"/>
            <a:ext cx="7909560" cy="804672"/>
          </a:xfrm>
          <a:prstGeom prst="rect">
            <a:avLst/>
          </a:prstGeom>
          <a:solidFill>
            <a:srgbClr val="1A2B4A"/>
          </a:solidFill>
          <a:ln w="12700">
            <a:solidFill>
              <a:srgbClr val="253D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151376"/>
            <a:ext cx="54864" cy="804672"/>
          </a:xfrm>
          <a:prstGeom prst="rect">
            <a:avLst/>
          </a:prstGeom>
          <a:solidFill>
            <a:srgbClr val="2D9370"/>
          </a:solidFill>
          <a:ln w="12700">
            <a:solidFill>
              <a:srgbClr val="2D93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197096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อนุมัติงบ Marketing 800,000 บาท สำหรับแคมเปญเปิดตัว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453542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Growth ขอ 800,000 บาท รออนุมัติเพื่อเริ่ม Creative และสื่อสารก่อนวันที่ 1 ก.ค.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Summary — Split Bill</dc:title>
  <dc:subject>PptxGenJS Presentation</dc:subject>
  <dc:creator>PptxGenJS</dc:creator>
  <cp:lastModifiedBy>PptxGenJS</cp:lastModifiedBy>
  <cp:revision>1</cp:revision>
  <dcterms:created xsi:type="dcterms:W3CDTF">2026-06-14T14:10:54Z</dcterms:created>
  <dcterms:modified xsi:type="dcterms:W3CDTF">2026-06-14T14:10:54Z</dcterms:modified>
</cp:coreProperties>
</file>